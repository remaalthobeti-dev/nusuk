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الأولى: Cover — مكة، الشعار، نسّق، فريق بطاقات نسك، Hackathon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الثانية: المشكلة — قبل نسّق. واتساب، Excel، مكالمات، فوضى، لا رؤية موحدة.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الثالثة: التحديات التشغيلية الأربعة — غياب الرؤية، تأخر القرار، ازدواجية، صعوبة المتابعة.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الرابعة: الحل — نسّق تجمع جميع الإدارات في منصة واحدة.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الخامسة: رحلة التشغيل — من الطلب إلى التسليم والتقارير.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السادسة: لوحة التحكم — رؤية شاملة وفورية لكل العمليات.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السابعة: مركز العمليات — الضغط التشغيلي تحت السيطرة.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الثامنة: مساعد نسّق الذكي — يفهم العربية ويقترح القرارات.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التاسعة: القيمة المضافة — ٦ محاور تحوّل العمليات.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الشريحة العاشرة: الختام — حين تتناغم العمليات يصبح القرار أسرع. شكراً.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